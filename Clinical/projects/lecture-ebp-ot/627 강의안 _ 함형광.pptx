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F7B19-F6EE-F748-B625-60A4DE00B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5DBC5D-43A4-A14C-9E70-BA0D4664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0688B-770B-3448-8FDF-F614FD53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4F441-4013-5040-88CC-996731A7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D5284-E4CF-6F42-BCB1-654C88F5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098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CE09D-FEFB-4343-A746-AD564655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67AEA-F5CD-0045-B156-A791C0E11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FAF81-7D73-8D47-BAED-D88B74E7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69280-B021-984C-8A2E-C469CAB4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AE8A0-5C3D-6E46-8CB5-923F877F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990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6B25C-A8C4-8146-8C00-CC4E3533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C8B6B5-BC8E-C94F-8C17-E3AD6EC21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521DCD-3F39-604B-BDF2-1228CE7C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205E59-2105-A946-BE29-39B0D721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F32B5-F6DB-5B47-8B2D-84AAD8F2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645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9AB22-C118-1448-AF38-421CFDEC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AEAC4-0C6F-0F4D-AB0D-2CFC34418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6A5F7D-3956-2F47-8C84-DB4F6BBDE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D3192F-89E8-6E4D-9856-2968DE26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71F1B8-F8BC-D541-88C8-F28F57CA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1E7D29-BE13-B542-BF47-752B43D7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9198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3CEFE-AFF1-4F46-8774-BB0966EC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12A4D7-5AD9-8243-BA85-522CC32A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7AFBF1-40C7-0740-BC75-56D55165E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875B6E-4D12-9042-AE5B-0EE0CFD4B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D56C90-DD9D-B643-A24E-986ABEFEE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AFC092-5FAC-3449-87B2-F65FD711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A9C03B-778C-2545-AFBB-1B92F168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058CD5-9A5B-6446-B50B-8DBF2887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541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BBB62-0F03-3348-9902-3A43BBCE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778A9B-28E3-B84C-A329-7D914410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B67838-C4AB-CF42-BE99-54020A05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9575F6-C0F0-FD43-8009-A682A3B2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255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0D558A-2BCC-A64B-BFD3-F34D5060D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8610CA-BBCD-6545-9A4B-2A06F600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25FEF1-0182-834E-A133-E6625B49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24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0EEB2-FA71-124C-A8FB-60B848B54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A528E1-FF9E-6F4D-9EBF-B9B0FBB4C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9B0919-94C1-C54F-974B-2719C9047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B0926-E0F9-4645-90CA-AEDC9511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A24159-583E-8D48-A589-1521D0E1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72B76-D047-A640-BC33-52C1016F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542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A99A-4481-3E43-A685-CA7A2C47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0A29DA-6457-3843-8BFC-30373161F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B6C95B-17BC-7544-B94B-4E02A64BF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D37ADA-CF8B-B14F-B51D-08BB0311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14C50-7ECC-994E-92F4-161CFA3A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22B6DC-BDA3-D848-B718-0E9BEF46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724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F72C2-1605-8440-85DB-986D3965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B19B93-BD10-C94F-ADCE-4980662AC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34B29E-CCCD-9140-8583-438FD773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C87FB-DC3E-B24F-900E-2C9F767E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00D41D-3927-2A42-AAC5-2C9FA52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187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491BD9-886E-2241-BF4A-58EB78E64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01667B-0C3E-3548-BAF1-6F12FE5AD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25428-3826-6B43-A8DB-D5225D3A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F6C54-D2AF-4946-9485-034E0253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9294E-0F6B-9B49-A9F5-520EFC73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243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454721-F75D-ED4B-8A36-B09E0A50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0AD483-987A-FC40-A793-4094EFE09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37C17-02D1-9045-BBCF-40192B65A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DA955-390E-4841-9EFF-2AB9C9BA7A87}" type="datetimeFigureOut">
              <a:rPr kumimoji="1" lang="ko-KR" altLang="en-US" smtClean="0"/>
              <a:t>2026. 6. 16.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9CC5DC-5A43-6840-B120-3F7528B1F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AB25D-A1B3-2C4C-B1F1-018EEAFF8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DA8A5-8B91-C841-8EB5-528AA56B3A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181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B9CD7-0B80-A841-B95C-1A3B9D281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55867-6D47-934A-898A-9C2B4AF3D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39E7D0-869F-5346-A45C-616DF5991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9"/>
            <a:ext cx="12192000" cy="68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3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3BFA6-5914-024B-9B11-AB87CE16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A1C2231-054B-D944-AF5B-7BFC8E0CE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1529"/>
            <a:ext cx="12192000" cy="6819773"/>
          </a:xfrm>
        </p:spPr>
      </p:pic>
    </p:spTree>
    <p:extLst>
      <p:ext uri="{BB962C8B-B14F-4D97-AF65-F5344CB8AC3E}">
        <p14:creationId xmlns:p14="http://schemas.microsoft.com/office/powerpoint/2010/main" val="321063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742D4-3C3E-BC47-8850-252355F03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075D354-08D0-EB4B-931A-1BF9CDD17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8755"/>
          </a:xfrm>
        </p:spPr>
      </p:pic>
    </p:spTree>
    <p:extLst>
      <p:ext uri="{BB962C8B-B14F-4D97-AF65-F5344CB8AC3E}">
        <p14:creationId xmlns:p14="http://schemas.microsoft.com/office/powerpoint/2010/main" val="1769876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221DE-2C7E-8B45-9C43-094E13F4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E177F00-F278-8347-840B-323458F9B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8394"/>
            <a:ext cx="12192000" cy="6882887"/>
          </a:xfrm>
        </p:spPr>
      </p:pic>
    </p:spTree>
    <p:extLst>
      <p:ext uri="{BB962C8B-B14F-4D97-AF65-F5344CB8AC3E}">
        <p14:creationId xmlns:p14="http://schemas.microsoft.com/office/powerpoint/2010/main" val="242168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82B03-9677-9440-94DA-5F3BC610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064EE6-680F-9841-8C7C-9E8BCFB17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70473"/>
          </a:xfrm>
        </p:spPr>
      </p:pic>
    </p:spTree>
    <p:extLst>
      <p:ext uri="{BB962C8B-B14F-4D97-AF65-F5344CB8AC3E}">
        <p14:creationId xmlns:p14="http://schemas.microsoft.com/office/powerpoint/2010/main" val="186585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58F2A-A39E-5B46-A2D9-66BC2CBF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6AAE927-9BAA-974B-BE3E-01C4F99E0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9976"/>
          </a:xfrm>
        </p:spPr>
      </p:pic>
    </p:spTree>
    <p:extLst>
      <p:ext uri="{BB962C8B-B14F-4D97-AF65-F5344CB8AC3E}">
        <p14:creationId xmlns:p14="http://schemas.microsoft.com/office/powerpoint/2010/main" val="66284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E2FB6-1B9C-0B4C-ACEC-C6436319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1D53C4B-ED2D-2D46-92FB-E772EAE95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7526"/>
          </a:xfrm>
        </p:spPr>
      </p:pic>
    </p:spTree>
    <p:extLst>
      <p:ext uri="{BB962C8B-B14F-4D97-AF65-F5344CB8AC3E}">
        <p14:creationId xmlns:p14="http://schemas.microsoft.com/office/powerpoint/2010/main" val="113353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F0545-3BDC-8B4F-A492-12E3A93C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89BF43A-624E-9440-85E7-AE7F4F80D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1467"/>
          </a:xfrm>
        </p:spPr>
      </p:pic>
    </p:spTree>
    <p:extLst>
      <p:ext uri="{BB962C8B-B14F-4D97-AF65-F5344CB8AC3E}">
        <p14:creationId xmlns:p14="http://schemas.microsoft.com/office/powerpoint/2010/main" val="58807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71087-69A9-5643-99B6-48DFA570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E938FE0-EDE8-6346-9A0B-8393BC07D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2164"/>
          </a:xfrm>
        </p:spPr>
      </p:pic>
    </p:spTree>
    <p:extLst>
      <p:ext uri="{BB962C8B-B14F-4D97-AF65-F5344CB8AC3E}">
        <p14:creationId xmlns:p14="http://schemas.microsoft.com/office/powerpoint/2010/main" val="152795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5D9AB-5601-4B40-B308-D0830DD2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E1F5844-1E0A-124D-A328-06F3A6137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9976"/>
          </a:xfrm>
        </p:spPr>
      </p:pic>
    </p:spTree>
    <p:extLst>
      <p:ext uri="{BB962C8B-B14F-4D97-AF65-F5344CB8AC3E}">
        <p14:creationId xmlns:p14="http://schemas.microsoft.com/office/powerpoint/2010/main" val="43978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CF754-AB5B-DB46-8421-EB21C5A8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A800995-0EDB-054F-91AE-959F67C4F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66321"/>
          </a:xfrm>
        </p:spPr>
      </p:pic>
    </p:spTree>
    <p:extLst>
      <p:ext uri="{BB962C8B-B14F-4D97-AF65-F5344CB8AC3E}">
        <p14:creationId xmlns:p14="http://schemas.microsoft.com/office/powerpoint/2010/main" val="836986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1E466F-2924-BE49-ABC3-7872AB4C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B602A0-2188-C748-AAEC-B0C9D723C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22"/>
          </a:xfrm>
        </p:spPr>
      </p:pic>
    </p:spTree>
    <p:extLst>
      <p:ext uri="{BB962C8B-B14F-4D97-AF65-F5344CB8AC3E}">
        <p14:creationId xmlns:p14="http://schemas.microsoft.com/office/powerpoint/2010/main" val="3087459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98104-2237-E143-82D6-94F4E81A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1695279-7FCF-244B-8DF8-77CA331DF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4113"/>
          </a:xfrm>
        </p:spPr>
      </p:pic>
    </p:spTree>
    <p:extLst>
      <p:ext uri="{BB962C8B-B14F-4D97-AF65-F5344CB8AC3E}">
        <p14:creationId xmlns:p14="http://schemas.microsoft.com/office/powerpoint/2010/main" val="367260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ECD32-0B7A-D449-82C7-05B88FE4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663DCA-D31A-5D4E-91A2-9861ABCE0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268"/>
          </a:xfrm>
        </p:spPr>
      </p:pic>
    </p:spTree>
    <p:extLst>
      <p:ext uri="{BB962C8B-B14F-4D97-AF65-F5344CB8AC3E}">
        <p14:creationId xmlns:p14="http://schemas.microsoft.com/office/powerpoint/2010/main" val="284170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1</cp:revision>
  <dcterms:created xsi:type="dcterms:W3CDTF">2026-06-15T21:59:03Z</dcterms:created>
  <dcterms:modified xsi:type="dcterms:W3CDTF">2026-06-15T22:12:51Z</dcterms:modified>
</cp:coreProperties>
</file>